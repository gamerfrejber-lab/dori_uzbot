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dee51a30fb45fc" /><Relationship Type="http://schemas.openxmlformats.org/officeDocument/2006/relationships/extended-properties" Target="/docProps/app.xml" Id="R9d56c9596f6c48ae" /><Relationship Type="http://schemas.openxmlformats.org/officeDocument/2006/relationships/officeDocument" Target="/ppt/presentation.xml" Id="R390bf940fca240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fcb5488fee4737"/>
  </p:sldMasterIdLst>
  <p:notesMasterIdLst>
    <p:notesMasterId xmlns:r="http://schemas.openxmlformats.org/officeDocument/2006/relationships" r:id="Rf39c72562933429c"/>
  </p:notesMasterIdLst>
  <p:sldIdLst>
    <p:sldId xmlns:r="http://schemas.openxmlformats.org/officeDocument/2006/relationships" id="256" r:id="R36489aabcbb74727"/>
    <p:sldId xmlns:r="http://schemas.openxmlformats.org/officeDocument/2006/relationships" id="257" r:id="R362d5b4de9d048a9"/>
    <p:sldId xmlns:r="http://schemas.openxmlformats.org/officeDocument/2006/relationships" id="258" r:id="Rdfe23ee6cf3a4c82"/>
    <p:sldId xmlns:r="http://schemas.openxmlformats.org/officeDocument/2006/relationships" id="259" r:id="Rf77c48f0a23b4c06"/>
    <p:sldId xmlns:r="http://schemas.openxmlformats.org/officeDocument/2006/relationships" id="260" r:id="R1a0ba785e9344f45"/>
    <p:sldId xmlns:r="http://schemas.openxmlformats.org/officeDocument/2006/relationships" id="261" r:id="R4a675907be61472d"/>
    <p:sldId xmlns:r="http://schemas.openxmlformats.org/officeDocument/2006/relationships" id="262" r:id="R7006fa7f55ad4f60"/>
    <p:sldId xmlns:r="http://schemas.openxmlformats.org/officeDocument/2006/relationships" id="263" r:id="R0dead204adc24d1b"/>
    <p:sldId xmlns:r="http://schemas.openxmlformats.org/officeDocument/2006/relationships" id="264" r:id="R215305d07fdf4e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606a3af46240fc" /><Relationship Type="http://schemas.openxmlformats.org/officeDocument/2006/relationships/slideMaster" Target="/ppt/slideMasters/slideMaster1.xml" Id="R86fcb5488fee4737" /><Relationship Type="http://schemas.openxmlformats.org/officeDocument/2006/relationships/notesMaster" Target="/ppt/notesMasters/notesMaster1.xml" Id="Rf39c72562933429c" /><Relationship Type="http://schemas.openxmlformats.org/officeDocument/2006/relationships/presProps" Target="/ppt/presProps.xml" Id="R864e082a57b44cbd" /><Relationship Type="http://schemas.openxmlformats.org/officeDocument/2006/relationships/tableStyles" Target="/ppt/tableStyles.xml" Id="Rb17301cb74be4c7e" /><Relationship Type="http://schemas.openxmlformats.org/officeDocument/2006/relationships/slide" Target="/ppt/slides/slide1.xml" Id="R36489aabcbb74727" /><Relationship Type="http://schemas.openxmlformats.org/officeDocument/2006/relationships/slide" Target="/ppt/slides/slide2.xml" Id="R362d5b4de9d048a9" /><Relationship Type="http://schemas.openxmlformats.org/officeDocument/2006/relationships/slide" Target="/ppt/slides/slide3.xml" Id="Rdfe23ee6cf3a4c82" /><Relationship Type="http://schemas.openxmlformats.org/officeDocument/2006/relationships/slide" Target="/ppt/slides/slide4.xml" Id="Rf77c48f0a23b4c06" /><Relationship Type="http://schemas.openxmlformats.org/officeDocument/2006/relationships/slide" Target="/ppt/slides/slide5.xml" Id="R1a0ba785e9344f45" /><Relationship Type="http://schemas.openxmlformats.org/officeDocument/2006/relationships/slide" Target="/ppt/slides/slide6.xml" Id="R4a675907be61472d" /><Relationship Type="http://schemas.openxmlformats.org/officeDocument/2006/relationships/slide" Target="/ppt/slides/slide7.xml" Id="R7006fa7f55ad4f60" /><Relationship Type="http://schemas.openxmlformats.org/officeDocument/2006/relationships/slide" Target="/ppt/slides/slide8.xml" Id="R0dead204adc24d1b" /><Relationship Type="http://schemas.openxmlformats.org/officeDocument/2006/relationships/slide" Target="/ppt/slides/slide9.xml" Id="R215305d07fdf4e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b64f7f035942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9be9f8d06e479e" /><Relationship Type="http://schemas.openxmlformats.org/officeDocument/2006/relationships/notesMaster" Target="/ppt/notesMasters/notesMaster1.xml" Id="Rcee8b474e3b245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0ee7a5da3a4c4e" /><Relationship Type="http://schemas.openxmlformats.org/officeDocument/2006/relationships/notesMaster" Target="/ppt/notesMasters/notesMaster1.xml" Id="R125adf52643b4d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08beb3198d4fcd" /><Relationship Type="http://schemas.openxmlformats.org/officeDocument/2006/relationships/notesMaster" Target="/ppt/notesMasters/notesMaster1.xml" Id="R0687c292b49c4d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daca1cb1824af6" /><Relationship Type="http://schemas.openxmlformats.org/officeDocument/2006/relationships/notesMaster" Target="/ppt/notesMasters/notesMaster1.xml" Id="Rbd102796738f42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c1976a5a294462" /><Relationship Type="http://schemas.openxmlformats.org/officeDocument/2006/relationships/notesMaster" Target="/ppt/notesMasters/notesMaster1.xml" Id="R80cee99a01c14c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17ff2ab1f14f31" /><Relationship Type="http://schemas.openxmlformats.org/officeDocument/2006/relationships/notesMaster" Target="/ppt/notesMasters/notesMaster1.xml" Id="R08237e98a1cd4d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21b9bf408c4d5c" /><Relationship Type="http://schemas.openxmlformats.org/officeDocument/2006/relationships/notesMaster" Target="/ppt/notesMasters/notesMaster1.xml" Id="R6ecd0084878440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4685b508044781" /><Relationship Type="http://schemas.openxmlformats.org/officeDocument/2006/relationships/notesMaster" Target="/ppt/notesMasters/notesMaster1.xml" Id="R73da9b69014548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b1b438baa547b5" /><Relationship Type="http://schemas.openxmlformats.org/officeDocument/2006/relationships/notesMaster" Target="/ppt/notesMasters/notesMaster1.xml" Id="R9046387b789846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Dorixona rahbari uchun kirish: Dori Qidiruv mijozlarga dori mavjud bo‘lgan dorixonani topish va oldindan band qilish imkonini taqdim etadi. Manba: src/main/resources/static/taqdimot.html va 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slayd mijoz ehtiyoji va xizmat taklifini tushuntiradi. Savdo o‘sishi yoki auditoriya hajmi bo‘yicha kafolat berilmaydi.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Manbalar: src/main/resources/static/index.html qidiruv, geolokatsiya, narx va bron funksiyalari. src/main/java/com/example/dori_qidiruv_bot/controller/BronController.java. Masofa foydalanuvchi joylashuvi mavjud bo‘lganda ko‘rinadi.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src/main/resources/static/taqdimot.html, Qanday ishlaydi bo‘limi. Dorixona bilan bron jarayonini amaliy namoyishda birgalikda tekshirish taklif etiladi.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src/main/resources/static/taqdimot.html, dorixona ish kabineti tavsifi. Qo‘shimcha manba: service/OmborService.java va service/BronService.java.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Hamkorlik uchun taklif etilayotgan vazifalar taqsimoti. Yakuniy xizmat doirasi va tomonlar majburiyatlari kelishuvda belgilanadi.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Taklif etilayotgan ish tartibi. Sinovning muddati va to‘lov shartlari oldindan kelishiladi. Dorixona vakilini tekshirish jarayoni loyiha taqdimotida tasvirlangan.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src/main/resources/static/taqdimot.html, Biznes modeli bo‘limi. Unda narxlar hali belgilanmagani qayd etilgan. Shu sababli ushbu taqdimot aniq tarif, chegirma yoki bepul sinov va’dasini bermaydi.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Manba: src/main/resources/static/taqdimot.html footer. Bot foydalanuvchi nomlari loyiha fayllaridan olindi. Ularning jonli holati ushbu taqdimotni tayyorlashda tekshirilmadi.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ed5c786a5b4f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167a33f1594a8a" /><Relationship Type="http://schemas.openxmlformats.org/officeDocument/2006/relationships/slideLayout" Target="/ppt/slideLayouts/slideLayout1.xml" Id="R3d0c1d8f5b0548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0c1d8f5b0548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74ac37a01439f" /><Relationship Type="http://schemas.openxmlformats.org/officeDocument/2006/relationships/image" Target="/ppt/media/image.png" Id="R4df57f21abf2429b" /><Relationship Type="http://schemas.openxmlformats.org/officeDocument/2006/relationships/notesSlide" Target="/ppt/notesSlides/notesSlide1.xml" Id="Rcdffed7f53c342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29dadfb574e8a" /><Relationship Type="http://schemas.openxmlformats.org/officeDocument/2006/relationships/notesSlide" Target="/ppt/notesSlides/notesSlide2.xml" Id="R0cafde8d4d7546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d19d21d904381" /><Relationship Type="http://schemas.openxmlformats.org/officeDocument/2006/relationships/image" Target="/ppt/media/image2.png" Id="R91e05b5824364d50" /><Relationship Type="http://schemas.openxmlformats.org/officeDocument/2006/relationships/notesSlide" Target="/ppt/notesSlides/notesSlide3.xml" Id="R7d1eb581919a42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f26e4a4e5428d" /><Relationship Type="http://schemas.openxmlformats.org/officeDocument/2006/relationships/notesSlide" Target="/ppt/notesSlides/notesSlide4.xml" Id="R215adda8a78640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e770c1abc4ca4" /><Relationship Type="http://schemas.openxmlformats.org/officeDocument/2006/relationships/image" Target="/ppt/media/image3.png" Id="Ra29d4a39179e4932" /><Relationship Type="http://schemas.openxmlformats.org/officeDocument/2006/relationships/notesSlide" Target="/ppt/notesSlides/notesSlide5.xml" Id="Raeec615b4e644a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c2a789d98417a" /><Relationship Type="http://schemas.openxmlformats.org/officeDocument/2006/relationships/notesSlide" Target="/ppt/notesSlides/notesSlide6.xml" Id="R0aabb77da2e943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d7229cc7a4a38" /><Relationship Type="http://schemas.openxmlformats.org/officeDocument/2006/relationships/notesSlide" Target="/ppt/notesSlides/notesSlide7.xml" Id="R891f3bc87a224f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9347bad3947b8" /><Relationship Type="http://schemas.openxmlformats.org/officeDocument/2006/relationships/notesSlide" Target="/ppt/notesSlides/notesSlide8.xml" Id="R5e295b4f186045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c74cc58a04b4a" /><Relationship Type="http://schemas.openxmlformats.org/officeDocument/2006/relationships/notesSlide" Target="/ppt/notesSlides/notesSlide9.xml" Id="R0c326fefadf443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E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D6065-20E3-4233-A4D8-2AB0C8A4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BC8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BC8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3D6E5-CE78-423A-9B89-C2BF2B41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9725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Dori Qidiruv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A361C-71A4-480B-A755-87F6C991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7429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C3ECE5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C3ECE5"/>
                </a:solidFill>
                <a:latin typeface="Arial"/>
                <a:ea typeface="Arial"/>
                <a:cs typeface="Arial"/>
              </a:rPr>
              <a:t>Dorixonalar uchun</a:t>
            </a:r>
          </a:p>
          <a:p xmlns:a="http://schemas.openxmlformats.org/drawingml/2006/main">
            <a:pPr>
              <a:defRPr sz="3225" b="0">
                <a:solidFill>
                  <a:srgbClr val="C3ECE5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C3ECE5"/>
                </a:solidFill>
                <a:latin typeface="Arial"/>
                <a:ea typeface="Arial"/>
                <a:cs typeface="Arial"/>
              </a:rPr>
              <a:t>hamkorlik taklifi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A847B-3962-45CB-BEF3-A60A5A3B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48225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Mijoz kerakli dorini topsin.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Dorixonangiz bilan bog‘lansin.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57f21abf2429b"/>
          <a:stretch xmlns:a="http://schemas.openxmlformats.org/drawingml/2006/main"/>
        </p:blipFill>
        <p:spPr>
          <a:xfrm xmlns:a="http://schemas.openxmlformats.org/drawingml/2006/main">
            <a:off x="8620125" y="1857375"/>
            <a:ext cx="2571750" cy="2571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214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E0427-CD31-4296-9F74-213D5B6B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3E46"/>
                </a:solidFill>
                <a:latin typeface="Arial"/>
                <a:ea typeface="Arial"/>
                <a:cs typeface="Arial"/>
              </a:rPr>
              <a:t>Dori izlayotgan mijozga ko‘rinish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D8B7D-2F32-4375-B39E-CA2C5EE8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6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6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6B0CC-232B-4497-B971-072AAE4A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Mijozning ehtiyoji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5AA7F-39CB-451E-ABFC-A4FC6AB4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4619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Kerakli dori qayerda borligini, narxini va dorixonaga qanday borishni bilish.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3F3BA-DD79-4A12-BCCE-94B2DC59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Dorixona uchun imkoniyat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3EED9-EAAD-43A1-8CEB-AC491529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19400"/>
            <a:ext cx="476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Mavjud mahsulotlarni ularni qidirayotgan odamlarga ko‘rsatish va murojaatni qabul qilish.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03EE5-8540-42FA-A07C-6DBAFDF4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0666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66B"/>
                </a:solidFill>
                <a:latin typeface="Arial"/>
                <a:ea typeface="Arial"/>
                <a:cs typeface="Arial"/>
              </a:rPr>
              <a:t>Maqsad: dori qidiruvini dorixona bilan bog‘lanishga aylantirish.</a:t>
            </a:r>
          </a:p>
        </p:txBody>
      </p:sp>
    </p:spTree>
    <p:extLst>
      <p:ext uri="{BB962C8B-B14F-4D97-AF65-F5344CB8AC3E}">
        <p14:creationId xmlns:p14="http://schemas.microsoft.com/office/powerpoint/2010/main" val="1556127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17026-0587-40E0-B4B1-257A94B6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3E46"/>
                </a:solidFill>
                <a:latin typeface="Arial"/>
                <a:ea typeface="Arial"/>
                <a:cs typeface="Arial"/>
              </a:rPr>
              <a:t>Xaridor uchun qidiruv va bron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FDC74-CC75-4C0F-8124-59BBDAED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6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6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05b5824364d50"/>
          <a:stretch xmlns:a="http://schemas.openxmlformats.org/drawingml/2006/main"/>
        </p:blipFill>
        <p:spPr>
          <a:xfrm xmlns:a="http://schemas.openxmlformats.org/drawingml/2006/main">
            <a:off x="8953500" y="2381250"/>
            <a:ext cx="2238375" cy="2238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7E54F-FEC0-4C82-ADD3-255283A9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Dori nomi bo‘yicha qidiruv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9A10E-02C8-4D0D-91F0-8D971C88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O‘zbekcha va ruscha nomlar bilan izlash.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BF2A0-C248-45B0-9EAA-6708C19D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Dorixonani tanlash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3DB28-8BD9-45BD-84C1-146EDB6C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8142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Narx, manzil va joylashuvga qarab masofani ko‘rish.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1AA86-4C48-41E1-B147-F0A763E0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Oldindan band qilish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3D666-CFDD-4CFE-BBD0-16BE14D1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Miqdorni tanlash va bron so‘rovini yuborish.</a:t>
            </a:r>
          </a:p>
        </p:txBody>
      </p:sp>
    </p:spTree>
    <p:extLst>
      <p:ext uri="{BB962C8B-B14F-4D97-AF65-F5344CB8AC3E}">
        <p14:creationId xmlns:p14="http://schemas.microsoft.com/office/powerpoint/2010/main" val="7670638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24151-B84C-41FA-845A-A37B7CC1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3E46"/>
                </a:solidFill>
                <a:latin typeface="Arial"/>
                <a:ea typeface="Arial"/>
                <a:cs typeface="Arial"/>
              </a:rPr>
              <a:t>Qidiruvdan mahsulotni olib ketishgacha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D950F-BC96-4A89-9C0F-5AC45233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6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6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2D01D-3260-455A-AE20-DF38BE12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800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4BF7C-3456-4D60-B16E-A15559A6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8288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E46"/>
                </a:solidFill>
                <a:latin typeface="Arial"/>
                <a:ea typeface="Arial"/>
                <a:cs typeface="Arial"/>
              </a:rPr>
              <a:t>Qidirish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3BCF8-77DE-4CCA-B2CC-86C690A2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28800"/>
            <a:ext cx="6819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Mijoz dori nomini yozadi va dorixonani tanlaydi.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1927B-BB30-490D-A45A-8EF3D96B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800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E4A11-9676-44DF-8BBC-1F6F56AD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8860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E46"/>
                </a:solidFill>
                <a:latin typeface="Arial"/>
                <a:ea typeface="Arial"/>
                <a:cs typeface="Arial"/>
              </a:rPr>
              <a:t>Bron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FAADD-1037-4C93-BDD8-84C3F0F9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86075"/>
            <a:ext cx="6819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Kerakli miqdor bilan band qilish so‘rovini yuboradi.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9F848-428B-4D6C-83B1-DED9DD0A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800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93926-9FE8-45DB-9B66-EF3C824D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9433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E46"/>
                </a:solidFill>
                <a:latin typeface="Arial"/>
                <a:ea typeface="Arial"/>
                <a:cs typeface="Arial"/>
              </a:rPr>
              <a:t>Tasdiqlash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7464A-22AB-463F-BD0D-9CE3C790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43350"/>
            <a:ext cx="6819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Dorixona mahsulotni tayyorlaydi va javob beradi.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DB822-5642-4911-86DB-28FA8340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800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7A450-D275-407A-8D09-554AF718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0006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E46"/>
                </a:solidFill>
                <a:latin typeface="Arial"/>
                <a:ea typeface="Arial"/>
                <a:cs typeface="Arial"/>
              </a:rPr>
              <a:t>Olib ketish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BA772-D71B-4511-AEB6-F802353B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00625"/>
            <a:ext cx="6819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Mijoz kod bilan keladi, dorixona topshirishni qayd etadi.</a:t>
            </a:r>
          </a:p>
        </p:txBody>
      </p:sp>
    </p:spTree>
    <p:extLst>
      <p:ext uri="{BB962C8B-B14F-4D97-AF65-F5344CB8AC3E}">
        <p14:creationId xmlns:p14="http://schemas.microsoft.com/office/powerpoint/2010/main" val="9730620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26E28-47B0-4FFA-95DF-757CAC24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3E46"/>
                </a:solidFill>
                <a:latin typeface="Arial"/>
                <a:ea typeface="Arial"/>
                <a:cs typeface="Arial"/>
              </a:rPr>
              <a:t>Dorixona uchun ish kabineti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C270C-CD53-4DBA-9696-4675BD55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6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6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E2CD7-2E17-4D6E-8A1E-F6FD7B4A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Mahsulot va qoldiq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FF38E-1931-46F1-AB19-1FB43785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7381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Mahsulot qo‘shish, narxni kiritish,</a:t>
            </a:r>
          </a:p>
          <a:p xmlns:a="http://schemas.openxmlformats.org/drawingml/2006/main">
            <a:pPr>
              <a:defRPr sz="2250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kirim va chiqimni yuritish.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86E4C-36C5-4C6F-8346-5E95BD06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709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Bronlar va kundalik 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21397-49C3-4E09-A1D3-D2FA76C6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762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Kelgan buyurtmaga javob berish,</a:t>
            </a:r>
          </a:p>
          <a:p xmlns:a="http://schemas.openxmlformats.org/drawingml/2006/main">
            <a:pPr>
              <a:defRPr sz="2250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topshirishni belgilash va hisobotni ko‘rish.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d4a39179e4932"/>
          <a:stretch xmlns:a="http://schemas.openxmlformats.org/drawingml/2006/main"/>
        </p:blipFill>
        <p:spPr>
          <a:xfrm xmlns:a="http://schemas.openxmlformats.org/drawingml/2006/main">
            <a:off x="9144000" y="2628900"/>
            <a:ext cx="2143125" cy="2143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7021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6226C-CB04-4FFD-A635-148CC68A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3E46"/>
                </a:solidFill>
                <a:latin typeface="Arial"/>
                <a:ea typeface="Arial"/>
                <a:cs typeface="Arial"/>
              </a:rPr>
              <a:t>Hamkorlikdagi vazifalar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26A19-F037-4BD8-80B7-D9692173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6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6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534D4-90F8-450D-B583-6607ECA3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Dori Qidiruv jamoasi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A66AB-EB7F-4F34-90EC-068B74C3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4857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Dorixonani ulashga yordam beradi.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Kabinet va bron jarayonini tushuntiradi.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Texnik murojaatlarni qabul qiladi.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6C7AF-C9EA-4770-B24E-DFFE5660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478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Dorixona jamoasi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A29B3-09E6-4B41-A9B6-3792490F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00350"/>
            <a:ext cx="48101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Vakil va dorixona ma’lumotlarini beradi.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Narx va qoldiqni yangilab boradi.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Bronlarga javob beradigan xodimni belgilaydi.</a:t>
            </a:r>
          </a:p>
        </p:txBody>
      </p:sp>
    </p:spTree>
    <p:extLst>
      <p:ext uri="{BB962C8B-B14F-4D97-AF65-F5344CB8AC3E}">
        <p14:creationId xmlns:p14="http://schemas.microsoft.com/office/powerpoint/2010/main" val="8539818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14EA4-38A6-402F-95C7-4EA4430C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3E46"/>
                </a:solidFill>
                <a:latin typeface="Arial"/>
                <a:ea typeface="Arial"/>
                <a:cs typeface="Arial"/>
              </a:rPr>
              <a:t>Ulanish va sinov jarayoni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9582B-7864-456D-BFBA-E3F5F79A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6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6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E8B6D-313C-4F94-8CFD-84223EA5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478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B22E1-DA0E-4F26-BD0F-7C6F489D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8478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E46"/>
                </a:solidFill>
                <a:latin typeface="Arial"/>
                <a:ea typeface="Arial"/>
                <a:cs typeface="Arial"/>
              </a:rPr>
              <a:t>Tanishuv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359DB-BDC7-4AE2-ADBA-3A07D8FA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47850"/>
            <a:ext cx="5829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Bot imkoniyatlarini birga ko‘rib chiqamiz.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589D6-D8F0-4C9B-8878-53E855B4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9560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23568-4A71-4989-9F58-DA4C1428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895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E46"/>
                </a:solidFill>
                <a:latin typeface="Arial"/>
                <a:ea typeface="Arial"/>
                <a:cs typeface="Arial"/>
              </a:rPr>
              <a:t>Ro‘yxatdan o‘tish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0410A-625A-49AA-B7B8-60FFBB3C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95600"/>
            <a:ext cx="5829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Dorixona va mas’ul vakil ma’lumotlarini tekshiramiz.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9FE53-2233-4069-9486-89E45AEA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433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9D6AC-AAF5-4C6D-8704-CD9A1BF7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9433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E46"/>
                </a:solidFill>
                <a:latin typeface="Arial"/>
                <a:ea typeface="Arial"/>
                <a:cs typeface="Arial"/>
              </a:rPr>
              <a:t>Mahsulotlarni kiritish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29156-5FFA-49E1-8D87-13C74AF7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43350"/>
            <a:ext cx="5829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Narx va qoldiqni tayyorlab, sinov bronini o‘tkazamiz.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59994-E149-4E19-86D9-62279E76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9110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20B5D-D457-4C31-9769-C2300B89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9911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E46"/>
                </a:solidFill>
                <a:latin typeface="Arial"/>
                <a:ea typeface="Arial"/>
                <a:cs typeface="Arial"/>
              </a:rPr>
              <a:t>Natijani baholash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40BF2-5B4C-418D-83A9-5C7DE7AC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991100"/>
            <a:ext cx="5829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Murojaatlar va ish qulayligini muhokama qilamiz.</a:t>
            </a:r>
          </a:p>
        </p:txBody>
      </p:sp>
    </p:spTree>
    <p:extLst>
      <p:ext uri="{BB962C8B-B14F-4D97-AF65-F5344CB8AC3E}">
        <p14:creationId xmlns:p14="http://schemas.microsoft.com/office/powerpoint/2010/main" val="10470125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F6416-82C5-41C2-9C2A-EDDFB703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3E46"/>
                </a:solidFill>
                <a:latin typeface="Arial"/>
                <a:ea typeface="Arial"/>
                <a:cs typeface="Arial"/>
              </a:rPr>
              <a:t>Obuna va hamkorlik shartlari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7C5CD-AA6C-4AFE-83C0-BE1DB1DA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6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6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A220D-574A-42DD-8AE4-D581406D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9072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87E86"/>
                </a:solidFill>
                <a:latin typeface="Arial"/>
                <a:ea typeface="Arial"/>
                <a:cs typeface="Arial"/>
              </a:rPr>
              <a:t>Dorixona obunasi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07E2F-69EB-4A7D-BAB5-F4DDC699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1028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Xaridor uchun qidiruv bepul.</a:t>
            </a:r>
          </a:p>
          <a:p xmlns:a="http://schemas.openxmlformats.org/drawingml/2006/main">
            <a:pPr>
              <a:defRPr sz="2475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Dorixona uchun xizmat obuna asosida taklif etiladi.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A0429-1EA5-4C2C-A720-84F52394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E46"/>
                </a:solidFill>
                <a:latin typeface="Arial"/>
                <a:ea typeface="Arial"/>
                <a:cs typeface="Arial"/>
              </a:rPr>
              <a:t>Narx va muddat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5A2EE-2263-4AB8-B7BA-9E5C5B6E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10048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3E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3E46"/>
                </a:solidFill>
                <a:latin typeface="Arial"/>
                <a:ea typeface="Arial"/>
                <a:cs typeface="Arial"/>
              </a:rPr>
              <a:t>Tarif, sinov davri va xizmat ko‘rsatish shartlarini hamkorlikdan oldin kelishamiz.</a:t>
            </a:r>
          </a:p>
        </p:txBody>
      </p:sp>
    </p:spTree>
    <p:extLst>
      <p:ext uri="{BB962C8B-B14F-4D97-AF65-F5344CB8AC3E}">
        <p14:creationId xmlns:p14="http://schemas.microsoft.com/office/powerpoint/2010/main" val="14665286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3E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A1DC1-F791-4178-9C88-53D1473E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Hamkorlikni boshlash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B7D44-3703-45CB-85A4-C0BA6220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BC8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BC8C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D784A-691E-407D-9CB0-C46A1D1E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8334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Dorixonangiz uchun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amaliy namoyish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43624-40A5-4262-A03D-8573163F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C3ECE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C3ECE5"/>
                </a:solidFill>
                <a:latin typeface="Arial"/>
                <a:ea typeface="Arial"/>
                <a:cs typeface="Arial"/>
              </a:rPr>
              <a:t>Birgalikda bitta mahsulotni kiritib,</a:t>
            </a:r>
          </a:p>
          <a:p xmlns:a="http://schemas.openxmlformats.org/drawingml/2006/main">
            <a:pPr>
              <a:defRPr sz="2400" b="0">
                <a:solidFill>
                  <a:srgbClr val="C3ECE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C3ECE5"/>
                </a:solidFill>
                <a:latin typeface="Arial"/>
                <a:ea typeface="Arial"/>
                <a:cs typeface="Arial"/>
              </a:rPr>
              <a:t>qidiruv va bron jarayonini ko‘rib chiqamiz.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29F44-8BF6-403E-81D1-848846DF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Xaridor boti: @dori_UzBot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Dorixonalar uchun: @Anvarovich_02_bot</a:t>
            </a:r>
          </a:p>
        </p:txBody>
      </p:sp>
    </p:spTree>
    <p:extLst>
      <p:ext uri="{BB962C8B-B14F-4D97-AF65-F5344CB8AC3E}">
        <p14:creationId xmlns:p14="http://schemas.microsoft.com/office/powerpoint/2010/main" val="18238185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2026-09-06T13:49:46.1930000Z</dcterms:created>
  <dcterms:modified xsi:type="dcterms:W3CDTF">2026-09-06T13:49:46.1930000Z</dcterms:modified>
</coreProperties>
</file>